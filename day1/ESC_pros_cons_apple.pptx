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6304" cy="146304"/>
          </a:xfrm>
          <a:prstGeom prst="rect">
            <a:avLst/>
          </a:prstGeom>
          <a:solidFill>
            <a:srgbClr val="34C75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STRENGTHS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논문의 장점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Yoon et al. (2023) — Thermal &amp; Electrical Analysis of ESC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4754880" cy="4754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0" y="1783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C7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583680" y="18013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3중 검증 체계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583680" y="2194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이론(1D) ↔ 시뮬(2D/3D) ↔ 실험의 다층 비교 검증 구조. 세 결과가 동일 trend로 수렴하여 모델 신뢰성을 강하게 입증.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2971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C7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583680" y="299008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실용적 1D 등가회로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583680" y="33832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복잡한 3D CFD를 1D 직병렬 회로로 압축. ESC 설계 초기 단계의 신속 검토 도구를 제공하는 학술·산업적 기여.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52160" y="4160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C7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583680" y="417880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미시 영역 물리 반영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583680" y="45720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BSG groove(10μm)·air-gap(0.2μm)에서 Knudsen 수 ≥ 0.99임을 식별, 자유분자 영역 모델(Layer-bulk)을 1D에 통합.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852160" y="5349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C7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583680" y="536752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산업적 시사점이 명확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583680" y="5760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Bias 전압 인가 시 (+)/(-) 전극 간 척킹압 2.25배 불균형 정량화. ESC 설계 가이드라인으로 직접 연결되는 발견.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/ 02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6304" cy="146304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WEAKNESSES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논문의 단점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4가지 본질적 한계와 후속 연구 방향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4754880" cy="4754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0" y="1783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3B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583680" y="18013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전기 해석 실험 오차 58.75%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583680" y="2194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1D ↔ 실험 평균 오차가 학술적으로 수용 어려운 수준. 측정 방법론(Baratron 게이지) 자체의 결함이 검증의 핵심 고리를 약화.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2971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3B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583680" y="299008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 플라즈마만 고려한 열원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583680" y="33832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복사·화학반응·흡착열을 모두 무시. 실제 식각은 CF₄·SF₆ 등 반응성 가스 사용, 양산 공정과의 괴리가 큼.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52160" y="4160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3B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583680" y="417880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단일 ESC 설계 검증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583680" y="45720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Powel Corp. Bipolar-Coulomb 1종만 분석. Monopolar·J-R 타입, groove 패턴, 유전체 소재 비교 부재로 일반화 한계.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852160" y="5349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3B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583680" y="536752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정상상태만 분석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583680" y="5760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242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디척킹 시 잔류 척킹력, 플라즈마 점화 과도응답 등 시간 영역 동적 거동 미포함. 실제 운용 핵심 이슈가 빠짐.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/ 02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ESC 논문 비판적 분석</dc:title>
  <dc:subject>PptxGenJS Presentation</dc:subject>
  <dc:creator>Semiconductor Lab</dc:creator>
  <cp:lastModifiedBy>Semiconductor Lab</cp:lastModifiedBy>
  <cp:revision>1</cp:revision>
  <dcterms:created xsi:type="dcterms:W3CDTF">2026-04-26T08:26:50Z</dcterms:created>
  <dcterms:modified xsi:type="dcterms:W3CDTF">2026-04-26T08:26:50Z</dcterms:modified>
</cp:coreProperties>
</file>